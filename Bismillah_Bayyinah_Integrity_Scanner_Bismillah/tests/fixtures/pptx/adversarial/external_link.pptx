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hyperlink" Target="https://example.com/remote-resource" TargetMode="Externa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