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Policy​approved​by​board.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

<file path=docProps/core.xml><?xml version="1.0" encoding="utf-8"?>
<cp:coreProperties xmlns:cp="http://schemas.openxmlformats.org/package/2006/metadata/core-properties" xmlns:dc="http://purl.org/dc/elements/1.1/" xmlns:dcterms="http://purl.org/dc/terms/">
  <dc:description>Bismillah ir-Rahman ir-Rahim</dc:description>
  <dc:subject>Bismillah ir-Rahman ir-Rahim</dc:subject>
</cp:coreProperties>
</file>