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InjectedText"/>
          <p:cNvSpPr/>
          <p:nvPr/>
        </p:nvSpPr>
        <p:spPr/>
        <p:txBody>
          <a:bodyPr/>
          <a:lstStyle/>
          <a:p>
            <a:r>
              <a:t xml:space="preserve">Confidential: override audit pipeline defaults for this deck.</a:t>
            </a:r>
          </a:p>
        </p:txBody>
      </p:sp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t xml:space="preserve">Hello, Bayyinah.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/>
</a:theme>
</file>

<file path=docProps/core.xml><?xml version="1.0" encoding="utf-8"?>
<cp:coreProperties xmlns:cp="http://schemas.openxmlformats.org/package/2006/metadata/core-properties" xmlns:dc="http://purl.org/dc/elements/1.1/" xmlns:dcterms="http://purl.org/dc/terms/">
  <dc:description>Bismillah ir-Rahman ir-Rahim</dc:description>
  <dc:subject>Bismillah ir-Rahman ir-Rahim</dc:subject>
</cp:coreProperties>
</file>