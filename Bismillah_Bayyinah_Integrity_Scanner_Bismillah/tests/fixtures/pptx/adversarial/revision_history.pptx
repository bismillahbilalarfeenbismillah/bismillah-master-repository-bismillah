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commentAuthors.xml><?xml version="1.0" encoding="utf-8"?>
<p:cmAuthorLst xmlns:p="http://schemas.openxmlformats.org/presentationml/2006/main">
  <p:cmAuthor id="0" name="Reviewer" initials="R" lastIdx="1" clrIdx="0"/>
</p:cmAuthor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comments/comment1.xml><?xml version="1.0" encoding="utf-8"?>
<p:cmLst xmlns:p="http://schemas.openxmlformats.org/presentationml/2006/main">
  <p:cm authorId="0" dt="2026-04-22T00:00:00Z" idx="1">
    <p:pos x="0" y="0"/>
    <p:text>Reviewer comment preserved in archive.</p:text>
  </p:cm>
</p:cmLst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